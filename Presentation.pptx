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6565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Grocery Flyer Generator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BAZAAR • Manager Brief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0" y="2834640"/>
            <a:ext cx="6035040" cy="548640"/>
          </a:xfrm>
          <a:prstGeom prst="roundRect">
            <a:avLst/>
          </a:prstGeom>
          <a:solidFill>
            <a:srgbClr val="FFD54F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26080" y="283464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Generated on October 12, 2025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this solves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9875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 professional, on-brand weekly flyers in minutes.
• Uses your product data and images; no AI “special offers”.
• Exports print-ready PNGs with consistent layout &amp; colors.
• Reusable template: just swap weekly JSON data.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9875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endParaRPr lang="en-US" sz="1800" b="1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2200"/>
              </a:lnSpc>
              <a:buNone/>
            </a:pPr>
            <a:endParaRPr lang="en-US" b="1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services and agents:</a:t>
            </a: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CoordinatorAgent – orchestrates flow</a:t>
            </a: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DataParserAgent – parses raw text / JSON</a:t>
            </a: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LayoutAgent – grid planning</a:t>
            </a: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DesignAgent – Handlebars HTML/CSS generation</a:t>
            </a: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ExportAgent – Puppeteer PNG export</a:t>
            </a: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Integrations: Handlebars, Puppeteer, optional LLM (Ollama) for structure.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Weekly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9875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Provide data: data/weekly-offers.json (products + saleInfo)
2. Run generator: node index.js data/weekly-offers.json
3. Output: PNG in output/generated-flyers/
4. Share with print / socials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Principles &amp; Symmetry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9875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Clear visual hierarchy: header banner, grid cards, footer.
• 5-column grid with consistent gutters and aligned baselines.
• Alternating price badges by column for rhythm &amp; scannability.
• Two-line name clamp for neat rows; bottom-aligned price/units.
• Brand colors (green/yellow/black) and strong contrast.
• Accessible sizes, large tap targets, bold typography.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9875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PNG-only export for reliability on macOS.
• Embedded logo and product images.
• Weekly banner with single-line dates.
• Footer: promo banner, contact bar, accept badge.
• Simple inputs; reusable week to week.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Latest Flyer</a:t>
            </a:r>
            <a:endParaRPr lang="en-US" sz="2800" dirty="0"/>
          </a:p>
        </p:txBody>
      </p:sp>
      <p:pic>
        <p:nvPicPr>
          <p:cNvPr id="3" name="Image 0" descr="/Users/dhruvrathee/Desktop/Flyer/output/generated-flyers/flyer-weekly-2025-10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097280"/>
            <a:ext cx="969264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9875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 promo scheduling &amp; version history.
• Multi-language support.
• Export presets for social sizes.
• Optional price validation rules.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 BAZAAR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2431 W Main St, Norristown, PA - 19403  •  starbazaarpa@gmail.com  •  484 986 0990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368</Words>
  <Application>Microsoft Macintosh PowerPoint</Application>
  <PresentationFormat>On-screen Show (16:9)</PresentationFormat>
  <Paragraphs>40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Dhruv Rathee</cp:lastModifiedBy>
  <cp:revision>2</cp:revision>
  <dcterms:created xsi:type="dcterms:W3CDTF">2025-10-12T17:37:50Z</dcterms:created>
  <dcterms:modified xsi:type="dcterms:W3CDTF">2025-10-12T17:39:47Z</dcterms:modified>
</cp:coreProperties>
</file>